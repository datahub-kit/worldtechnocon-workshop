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C0A7-20BF-4BDE-A70B-B51E677F5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63BDF-420A-4229-B8AE-DFC6A638B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68D5-B97F-43B6-82DC-FD2818FD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C0C0-8904-4AA6-BA3F-9E996426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CD615-84EB-4CE5-86DC-C9AED58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78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8698-DB41-4BF2-9062-7EBDAE2A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ACDDE-5D66-4C57-A6FE-D85D6ADC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2BC93-46AD-4C97-8F81-DB34B13E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28DC-8D85-4056-8ECE-810D4FEB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B4005-52CE-4C6F-B178-5FF50920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1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29FF-03E3-46D0-88F1-B1155EC2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B4060-A613-4288-AE57-9DC531A68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3C21A-7D3C-4C67-8CBC-DE76ADDD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BC29D-EAC9-4F39-BFAC-CD37C689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9FAEB-FC09-4518-8897-0F6E7CEA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506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0612-E543-4AC0-B4BE-220243FA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6CBB-FC80-4773-B399-15416AD03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E6220-1498-4BD5-AE57-E1E172E2F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B77B7-48BA-4C9F-8D0F-0C071A51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B3C19-3748-47B2-834E-6243906F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453C0-7488-4B57-94AC-B68C96F4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57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3A9F-AC17-4AF7-A07C-7BF63685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ABC6D-1865-4200-BFD2-302216CF5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6E05A-D134-4964-8AFB-BB4789A30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9D256-596C-42E9-8C62-27528CA98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08623F-1908-4D3F-8867-4BD7BAE6E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7974A-40EC-4A90-8A36-3EA4E2B4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2A917-FEAE-4069-8F38-DF20D942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2AFCB0-17B4-4B98-9098-9EB7D873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69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8F47-A4E6-41F8-8511-EA204487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00E58-4047-47FF-BC6D-0F7AA80A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FFF24-53AF-454A-B922-95F300025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B0430-2D6A-4EED-85E5-763D658A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45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906B4-F565-484B-9DBD-28CE411D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3EE4C-32CF-42AD-B434-E6F50928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40F44-668E-4208-8EED-827B7392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18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8632-C963-4744-AD7F-8737D4D7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B771-C364-4408-890A-015564831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E2B66-80A0-457D-8406-232388CD3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D4D0C-5743-49AA-A644-9FF8621DE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BF15-E1FD-40E4-87E5-4EFD68A9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A7631-A838-4211-8015-57EBECA0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16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9838-1579-4C9B-B681-CE1030A0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B9A87-CF79-4448-9C19-51ACD3BA4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B6E13-50DF-44F3-AC44-A7EFA2E17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3600C-312B-40B0-8C8F-4A9307AA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6722-2A5C-427B-88B3-06CD3E14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E9DF4-DD6A-42F9-BAC8-AD61656D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30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089C8-D913-40FD-B4D1-2929B4DC4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0EC3C-94C9-443B-9E23-6AD93BAB1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CC416-B7C1-411B-B830-DF1754E3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0BCC5-75AB-4B08-A26A-B538DEA3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906AD-3409-4CF3-B89E-D8D7D9FF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5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E8F94D-5A46-4511-B24B-BE980A0EF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D3A7B-F8AE-4549-8437-50A63429B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DAEE2-CBCA-4E25-ACD6-87079B4D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FEA99-6444-4125-9D4C-F1FB1F54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39135-3448-4111-A95F-3CD82037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05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37E09-03E3-4F3B-89CC-A9EDED71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9AB4B-FF0A-4503-8ACB-FAA7DD385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5BAA9-6B3A-4C2A-AD9A-8F12A8E01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06A40-6DB9-4D11-A008-6CD87D715E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BCC2C-57D1-4F85-8F0E-65863A195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FE090-3445-4784-A6BC-159B2063A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32C7E-B88E-40D4-898A-8B197A03B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99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3245-3920-47C4-8E77-9C8EA9242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dirty="0"/>
              <a:t>RAG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544C5-E03B-4183-AAF2-7DB65C002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dirty="0"/>
              <a:t>FOUNDATION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105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91F5-D8C4-45D3-9CEB-D3B81D52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913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HR PROBLEM UNDERSTANDING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2BF2-44EE-4CE0-B7D8-5068A9B8C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HR_Policies</a:t>
            </a:r>
            <a:r>
              <a:rPr lang="en-IN" dirty="0"/>
              <a:t>/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Leave_Policy.pdf</a:t>
            </a:r>
          </a:p>
          <a:p>
            <a:r>
              <a:rPr lang="en-IN" dirty="0"/>
              <a:t>├── Work_From_Home_Policy.pdf</a:t>
            </a:r>
          </a:p>
          <a:p>
            <a:r>
              <a:rPr lang="en-IN" dirty="0"/>
              <a:t>├── Attendance_Policy.pdf</a:t>
            </a:r>
          </a:p>
          <a:p>
            <a:r>
              <a:rPr lang="en-IN" dirty="0"/>
              <a:t>├── Employee_Benefits.pdf</a:t>
            </a:r>
          </a:p>
          <a:p>
            <a:r>
              <a:rPr lang="en-IN" dirty="0"/>
              <a:t>└── Travel_Policy.pdf</a:t>
            </a:r>
          </a:p>
        </p:txBody>
      </p:sp>
    </p:spTree>
    <p:extLst>
      <p:ext uri="{BB962C8B-B14F-4D97-AF65-F5344CB8AC3E}">
        <p14:creationId xmlns:p14="http://schemas.microsoft.com/office/powerpoint/2010/main" val="304840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C562-3058-4324-8E36-77F6C811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930A0-A4B9-4001-BC22-D2D52E76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student asks: How many casual leaves can an employee take?</a:t>
            </a:r>
          </a:p>
          <a:p>
            <a:r>
              <a:rPr lang="en-US" dirty="0"/>
              <a:t>Traditional keyword search looks for:</a:t>
            </a:r>
          </a:p>
          <a:p>
            <a:r>
              <a:rPr lang="en-US" dirty="0"/>
              <a:t>Casual</a:t>
            </a:r>
          </a:p>
          <a:p>
            <a:r>
              <a:rPr lang="en-US" dirty="0"/>
              <a:t>Leave</a:t>
            </a:r>
          </a:p>
          <a:p>
            <a:r>
              <a:rPr lang="en-US" dirty="0"/>
              <a:t>Employee</a:t>
            </a:r>
          </a:p>
          <a:p>
            <a:r>
              <a:rPr lang="en-US" dirty="0"/>
              <a:t>RAG tries to understand the meaning of the question.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964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B16C-6B82-4C6D-AC59-49F9FA9A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B874-5863-47D5-B1C6-2E588BADA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 "How many casual leaves can I take?“</a:t>
            </a:r>
          </a:p>
          <a:p>
            <a:r>
              <a:rPr lang="en-US" dirty="0"/>
              <a:t>Possible relevant chunk:</a:t>
            </a:r>
          </a:p>
          <a:p>
            <a:r>
              <a:rPr lang="en-US" dirty="0"/>
              <a:t>"Employees are entitled to 12 casual leaves per calendar year."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3DF7-AEB5-43FD-8270-2F3B2162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15AD77-BD93-4BBF-9A65-29B0351E3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9807"/>
            <a:ext cx="12192000" cy="72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2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9CC9-CF67-4EA4-A0C3-322E7053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26F2E5-2BE0-4623-8164-7919459E6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3129"/>
            <a:ext cx="4827814" cy="372693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5A5CB5-BD47-407F-8846-6E6EC24A8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63129"/>
            <a:ext cx="4827814" cy="40360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1901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1D72-C9E1-448F-80E3-B4D7613C3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FA09E4-CC75-4F41-A3A2-18A391AA4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486" y="0"/>
            <a:ext cx="9529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3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2D7F-1595-4C16-AB91-4860C02F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0DDEFA-01A4-4C1C-B6E9-E59F3AF98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551" y="70588"/>
            <a:ext cx="10044897" cy="678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3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006F-3AB3-4C8C-807B-C66C56C6B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Different search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B0F56-1EEC-48B7-8CD7-E0CAFF913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 1 — Keyword Search</a:t>
            </a:r>
          </a:p>
          <a:p>
            <a:r>
              <a:rPr lang="en-US" dirty="0"/>
              <a:t>Method 2 — Semantic Vector Search</a:t>
            </a:r>
          </a:p>
          <a:p>
            <a:r>
              <a:rPr lang="en-IN" dirty="0"/>
              <a:t>Method 3 — Top-K Search</a:t>
            </a:r>
          </a:p>
          <a:p>
            <a:r>
              <a:rPr lang="en-IN" dirty="0"/>
              <a:t>Method 4 — Threshold Search</a:t>
            </a:r>
          </a:p>
          <a:p>
            <a:r>
              <a:rPr lang="en-IN" dirty="0"/>
              <a:t>Method 5 — Hybrid Search</a:t>
            </a:r>
          </a:p>
          <a:p>
            <a:r>
              <a:rPr lang="en-IN" dirty="0"/>
              <a:t>Method 6 — MMR Search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3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8697-B365-4C35-9FCD-276DE38E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00A5-60B9-4881-98F5-9F5074F3C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9106D-0918-4CE0-9F36-319E0D494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1" y="116567"/>
            <a:ext cx="12116469" cy="637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2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7A82-AC5E-4167-A932-B5EE7A3D2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697E6E-A39B-4EDC-AB91-E70777318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5836" y="0"/>
            <a:ext cx="12927435" cy="663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70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ABFF-28E9-4D5A-9F61-19A2CC95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F5FC8-8873-4E81-8A39-C0DE09CE3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85894" y="193390"/>
            <a:ext cx="12650599" cy="55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37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DDB3-0B05-4425-A35F-994A0227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43052-A136-45C4-98EE-883208EBC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58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A425-63A3-42A4-B3FB-9495D331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5F419-2DDF-4C15-BFBE-28649EDE9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48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CADD-A410-478B-A5F2-533CF8ED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74F6-2546-45E9-8143-AAEC0D9D2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683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2C1D-1EE8-4331-9A58-86E240AC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565E-CD40-4369-A60A-35E75274F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586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4D26-2AD9-42F5-B44F-C3A9AB8F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BED09-4D23-4913-BCFC-CE85455E3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03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137</Words>
  <Application>Microsoft Office PowerPoint</Application>
  <PresentationFormat>Widescreen</PresentationFormat>
  <Paragraphs>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RAG </vt:lpstr>
      <vt:lpstr>HR PROBLEM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search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</dc:title>
  <dc:creator>Dell</dc:creator>
  <cp:lastModifiedBy>Dell</cp:lastModifiedBy>
  <cp:revision>13</cp:revision>
  <dcterms:created xsi:type="dcterms:W3CDTF">2026-09-28T15:03:20Z</dcterms:created>
  <dcterms:modified xsi:type="dcterms:W3CDTF">2026-09-30T01:49:07Z</dcterms:modified>
</cp:coreProperties>
</file>